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95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CCE 3 &amp; 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5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5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K Nearest Neighbours (KNN)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384918"/>
              </p:ext>
            </p:extLst>
          </p:nvPr>
        </p:nvGraphicFramePr>
        <p:xfrm>
          <a:off x="1965960" y="2834640"/>
          <a:ext cx="5212080" cy="18288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Sr.No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 No.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Harsh Sonone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Yuvraj </a:t>
                      </a:r>
                      <a:r>
                        <a:rPr lang="en-US" sz="1400" dirty="0" err="1">
                          <a:latin typeface="Arial" charset="0"/>
                          <a:ea typeface="Arial" charset="0"/>
                          <a:cs typeface="Arial" charset="0"/>
                        </a:rPr>
                        <a:t>Suryawanshi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Vedant Yadav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108717D-DFB8-3B7C-B1E8-9706EAF9E7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78" y="137160"/>
            <a:ext cx="8277444" cy="1269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046720" cy="1508760"/>
          </a:xfrm>
          <a:prstGeom prst="roundRect">
            <a:avLst>
              <a:gd name="adj" fmla="val 9091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Placement Eligibility: Classify students as Eligible / Not Eligible for placement using CGPA, attendance, backlogs and aptitude score.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840480" cy="2286000"/>
          </a:xfrm>
          <a:prstGeom prst="roundRect">
            <a:avLst>
              <a:gd name="adj" fmla="val 6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Variables (Features):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926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CGPA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Aptitude Score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2514600"/>
            <a:ext cx="3291840" cy="1645920"/>
          </a:xfrm>
          <a:prstGeom prst="roundRect">
            <a:avLst>
              <a:gd name="adj" fmla="val 8333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39496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Variable (Class Label):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Eligibility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/ Not Eligible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3337560"/>
            <a:ext cx="914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0" y="443484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1B22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30352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 ·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KNN?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960120"/>
          </a:xfrm>
          <a:prstGeom prst="roundRect">
            <a:avLst>
              <a:gd name="adj" fmla="val 1428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914400" y="10972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Neighbours (KNN) is a supervised learning algorithm that classifies a new data point by finding the K closest training points and taking a majority vote of their classes.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labelled examples such as past students and their results.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Learner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 phase. It stores the data and works at prediction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12648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Distance-Based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students lie close together in the feature space.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611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Distance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3931920"/>
            <a:ext cx="6766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1188720" y="39319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d(p, q) = √( (p₁−q₁)² + (p₂−q₂)² + … + (pₙ−qₙ)² 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number of neighbours considered (here K = 3). An odd K avoids ties.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74320"/>
            <a:ext cx="640080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13716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of the KNN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0972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labelled student data (CGPA, attendance, backlogs, aptitude, status).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the features and choose the value of 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85800" y="36576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distance from the new student to every student in the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846320" y="10972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distances and pick the K nearest neighbours.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37744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846320" y="23774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class labels (Eligible / Not Eligible) among the K neighbours.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365760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846320" y="36576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the majority class as the predicted placement status.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with Example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AC59ED-E528-0CF6-E079-EC788831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229" y="822960"/>
            <a:ext cx="3701142" cy="42902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510F0E-D00F-1978-8F83-8051B7741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06" y="867227"/>
            <a:ext cx="3800537" cy="4205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286000" y="26495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 &amp; Output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0584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 Placement Eligibility using KNN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([CGPA, Attendance, Backlogs, Aptitude], Label)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([8.5, 90, 0, 80], "Eligible"), ([7.8, 85, 0, 72],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([6.2, 65, 3, 45], "Not Eligible"), ([9.0, 95, 0, 88],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([5.8, 60, 4, 40], "Not Eligible"), ([7.2, 78, 1, 65],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([6.5, 70, 2, 50], "Not Eligible"), ([8.0, 88, 0, 75],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([5.5, 55, 5, 35], "Not Eligible"), ([6.8, 72, 2, 55], "Not 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list(zip(*[x for x, y in data]))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 = [min(c) for c in cols], [max(c) for c in cols]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scale(x):  # Min-Max normalization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[(v - l) / (h - l) for v, l, h in zip(x, lo, hi)]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distance(a, b):  # Euclidean distance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math.sqrt(sum((p - q) ** 2 for p, q in zip(a, b)))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knn(new, k=3):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= scale(new)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sorted((distance(scale(x), new), y) for x, y in data)    votes = Counter(y for _, y in dist[:k])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dist[:k], votes.most_common(1)[0][0]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 = float(input("Enter CGPA: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 = float(input("Enter attendance %: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= int(input("Enter number of backlogs: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= float(input("Enter aptitude score: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nearest, result = knn([cgpa, att, back, apt], k)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print("K =", k)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d, label in nearest: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print("Distance:", round(d, 3), "-&gt;", label)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print("Placement Status:", result)</a:t>
            </a:r>
            <a:endParaRPr lang="en-US" sz="6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278004-1A3C-46AF-5F1E-DD5002994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58" y="947420"/>
            <a:ext cx="2998510" cy="39217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484463-BA35-B9C1-83D3-4BA2D0663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1" y="905038"/>
            <a:ext cx="3055256" cy="40361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1E8095-54A5-6F8E-AF1B-0E0315A80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828" y="905038"/>
            <a:ext cx="2446232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1F3BD3D6-25FF-02BA-0B9C-DEEDF9F18F3F}"/>
              </a:ext>
            </a:extLst>
          </p:cNvPr>
          <p:cNvSpPr/>
          <p:nvPr/>
        </p:nvSpPr>
        <p:spPr>
          <a:xfrm>
            <a:off x="2735942" y="508000"/>
            <a:ext cx="3933371" cy="515257"/>
          </a:xfrm>
          <a:prstGeom prst="flowChartTerminator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727C4A-8711-F930-1351-FB5A555CF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86" y="1329277"/>
            <a:ext cx="3802742" cy="3306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F4BC62-7143-38EC-981B-7C91E46CB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373" y="1329277"/>
            <a:ext cx="4223655" cy="324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61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of KNN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0058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Placement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student placement eligibility, performance and dropout risk from academic records.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46320" y="10058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patients as healthy or at-risk (e.g. diabetes, heart disease) from medical measurements.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Systems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movies, products or music by finding users with similar tastes.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28600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846320" y="228600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Banking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scoring, loan approval and fraud detection by comparing with similar past cases.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63040" y="3566160"/>
            <a:ext cx="6217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645920" y="3566160"/>
            <a:ext cx="5852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&amp; Pattern Recognition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digit recognition, face recognition and document classification.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120640" cy="3566160"/>
          </a:xfrm>
          <a:prstGeom prst="roundRect">
            <a:avLst>
              <a:gd name="adj" fmla="val 384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1887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classifies a new student by the majority class of its K nearest neighbours.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simple and intuitive, with no training phase.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scaling and the choice of K strongly affect accuracy.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slows down on large datasets because it measures distance to every record.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example, the student with CGPA 7.0 was predicted Not Eligible for placement.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8288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7C5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920</Words>
  <Application>Microsoft Office PowerPoint</Application>
  <PresentationFormat>On-screen Show (16:9)</PresentationFormat>
  <Paragraphs>110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Yudhishthir Suryawanshi</cp:lastModifiedBy>
  <cp:revision>4</cp:revision>
  <dcterms:created xsi:type="dcterms:W3CDTF">2026-09-29T19:47:43Z</dcterms:created>
  <dcterms:modified xsi:type="dcterms:W3CDTF">2026-09-30T01:32:22Z</dcterms:modified>
</cp:coreProperties>
</file>